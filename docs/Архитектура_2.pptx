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F4D380-F9F6-41AC-8605-8D8D22101B9C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B48F98-0936-4F53-AD5C-72CA267ACD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4341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B48F98-0936-4F53-AD5C-72CA267ACD1E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9787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2DA820-CC21-04FD-69DE-230B858FEB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4864B61-73DA-46F2-6BEE-E0F3367C52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0C9CA71-4F7B-EBC5-1072-5C154A7A5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8D2A1-A24F-4DFC-9D73-5F89CD8C1588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90E547-AED2-7F8C-98BA-73A32C3F7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E75295-7223-008C-C15A-6A93C3C61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B64B4-0AA6-4675-892B-AADCC0A410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4870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3CE5EA-7FA9-9103-F92C-000A83E26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7D18C5-F878-3E68-81C9-3C646A4F2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73797D-D5DD-B34B-1898-ED1EA4F8D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8D2A1-A24F-4DFC-9D73-5F89CD8C1588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C19C502-883F-7826-6FC6-BFC02795B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CBBB2D-2948-8706-B7EB-2297593C6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B64B4-0AA6-4675-892B-AADCC0A410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5597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7F2773-7E5A-A386-9410-22B833E7D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60FDA06-2DD9-B12F-477B-05B00D1EEB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B7769BB-529E-9EFA-E676-F52C09B7F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8D2A1-A24F-4DFC-9D73-5F89CD8C1588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10103B-FBD7-3EA7-50C5-BEC0527AC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BDF1A2-BDDF-548B-881C-7EB35FB0A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B64B4-0AA6-4675-892B-AADCC0A410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586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73A321-770F-298F-9D96-B7AE8A4F7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CADF8A-BFDB-3457-CAB0-7FBCF62A8A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4DB209D-9CCE-149C-8A88-0270CFA425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DAF2406-6087-EAE4-CC07-01A2AA848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8D2A1-A24F-4DFC-9D73-5F89CD8C1588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176DB0D-BDBA-02B0-A240-CAEF5F5B8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BBF2D07-F2E7-DAEC-770C-D58E55727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B64B4-0AA6-4675-892B-AADCC0A410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1606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7F4866-75BA-8B3C-2165-A5B20197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92436F-5BB2-DF29-D499-2E2D969014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8582EE7-D7C1-A85F-26AE-D0F1D83DB4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3F3E973-62A7-ACF7-6E4F-5FB16FAA1A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DE27426-85D0-E4E6-1989-C3B0A1DC0C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05DEB25-CD4B-6291-2590-D602D414B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8D2A1-A24F-4DFC-9D73-5F89CD8C1588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9059F62-D779-1BBA-8DE6-CFB208254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6588851-C06F-8325-DE4F-D4923C36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B64B4-0AA6-4675-892B-AADCC0A410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7052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3271F3-796A-F0D3-0682-FD68568C1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EF9F130-1008-E81A-9F80-BABD416E3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8D2A1-A24F-4DFC-9D73-5F89CD8C1588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E3964ED-1C73-96BC-A601-40C3A8B16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FACF2A0-66B0-38A2-A7D6-60B6E549A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B64B4-0AA6-4675-892B-AADCC0A410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3253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764E52C-3B1D-0648-5640-A07515844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8D2A1-A24F-4DFC-9D73-5F89CD8C1588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2FD1E30-E4C6-1FE1-A1C8-A0FC5083F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499931B-1E1A-2B93-0853-817BBD34E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B64B4-0AA6-4675-892B-AADCC0A410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2887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76179C-9D76-E4CF-B871-1AA192FB2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511A0A-E7C6-FF3F-F0C3-E9DA910FA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33B80AC-7E9C-7C45-E0B4-E3DD20B750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6AAF73A-0055-8A8B-854D-B4EED4D57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8D2A1-A24F-4DFC-9D73-5F89CD8C1588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0048C8C-B1F0-A240-3D0D-514759B03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DC2BEFD-EE73-5751-FD25-B27266816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B64B4-0AA6-4675-892B-AADCC0A410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4329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433DF9-0242-E0B2-0D4B-DD5D86CD0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9D79466-0C8D-8AC8-6245-D1869C5459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94E3F8B-531D-5A49-A3AE-3AE8E3CDAD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ACB47C0-8668-C9CC-A1EC-05FC23F83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8D2A1-A24F-4DFC-9D73-5F89CD8C1588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604ED98-D5A3-8268-C9DA-E5A365596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7DC2138-0756-4053-AF47-0A02ED719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B64B4-0AA6-4675-892B-AADCC0A410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6017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27F21D-43CF-3BC9-6E1F-94C7D5C51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4E97332-9454-CE3A-5CAF-1D7E4CF8A9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28C6C37-5568-9730-D4B8-22950C125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8D2A1-A24F-4DFC-9D73-5F89CD8C1588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47C510E-A92C-EA8B-94B9-B4AF9E505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96DE5A-D7B8-2844-8E75-B41475BAB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B64B4-0AA6-4675-892B-AADCC0A410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4556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59898FB-584C-1E96-E592-48E6C1ED14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BF57303-4E0B-C1FE-78E2-91627AFFE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E7F955C-4D8D-5161-3378-0089D94A1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8D2A1-A24F-4DFC-9D73-5F89CD8C1588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6842903-174A-4593-6D96-07073FADD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AC233B-91A9-97BC-6099-8974B1C82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B64B4-0AA6-4675-892B-AADCC0A410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4706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FFFC87-1061-A9B6-0E5D-918BDB6B5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CC42968-4405-E821-2CF2-CF2B65C77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CC8EDDB-92E0-539D-766F-FEDB106ED1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18D2A1-A24F-4DFC-9D73-5F89CD8C1588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A8D16A-DF20-2E36-DAFE-EE20087C90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98A39C-3D6C-714C-CFC7-962B5D5C65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4B64B4-0AA6-4675-892B-AADCC0A410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0457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1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5">
            <a:extLst>
              <a:ext uri="{FF2B5EF4-FFF2-40B4-BE49-F238E27FC236}">
                <a16:creationId xmlns:a16="http://schemas.microsoft.com/office/drawing/2014/main" id="{5C8B478C-8240-5337-9379-9D7CAF116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441960"/>
          </a:xfrm>
        </p:spPr>
        <p:txBody>
          <a:bodyPr/>
          <a:lstStyle/>
          <a:p>
            <a:r>
              <a:rPr lang="ru-RU" dirty="0" err="1">
                <a:latin typeface="VK Sans Display DemiBold" panose="02000003040000060003" pitchFamily="2" charset="0"/>
              </a:rPr>
              <a:t>Хагги-Вагги</a:t>
            </a:r>
            <a:r>
              <a:rPr lang="ru-RU" dirty="0">
                <a:latin typeface="VK Sans Display DemiBold" panose="02000003040000060003" pitchFamily="2" charset="0"/>
              </a:rPr>
              <a:t> против </a:t>
            </a:r>
            <a:r>
              <a:rPr lang="ru-RU" dirty="0" err="1">
                <a:latin typeface="VK Sans Display DemiBold" panose="02000003040000060003" pitchFamily="2" charset="0"/>
              </a:rPr>
              <a:t>Кисси</a:t>
            </a:r>
            <a:r>
              <a:rPr lang="ru-RU" dirty="0">
                <a:latin typeface="VK Sans Display DemiBold" panose="02000003040000060003" pitchFamily="2" charset="0"/>
              </a:rPr>
              <a:t>-Мисси: Битва за поп-</a:t>
            </a:r>
            <a:r>
              <a:rPr lang="ru-RU" dirty="0" err="1">
                <a:latin typeface="VK Sans Display DemiBold" panose="02000003040000060003" pitchFamily="2" charset="0"/>
              </a:rPr>
              <a:t>ит</a:t>
            </a:r>
            <a:endParaRPr lang="ru-RU" dirty="0">
              <a:latin typeface="VK Sans Display DemiBold" panose="02000003040000060003" pitchFamily="2" charset="0"/>
            </a:endParaRPr>
          </a:p>
          <a:p>
            <a:endParaRPr lang="ru-RU" dirty="0">
              <a:latin typeface="VK Sans Display DemiBold" panose="02000003040000060003" pitchFamily="2" charset="0"/>
            </a:endParaRPr>
          </a:p>
        </p:txBody>
      </p:sp>
      <p:sp>
        <p:nvSpPr>
          <p:cNvPr id="7" name="Подзаголовок 5">
            <a:extLst>
              <a:ext uri="{FF2B5EF4-FFF2-40B4-BE49-F238E27FC236}">
                <a16:creationId xmlns:a16="http://schemas.microsoft.com/office/drawing/2014/main" id="{9BD9B34F-7301-8E53-3547-EF9E26D9E9F6}"/>
              </a:ext>
            </a:extLst>
          </p:cNvPr>
          <p:cNvSpPr txBox="1">
            <a:spLocks/>
          </p:cNvSpPr>
          <p:nvPr/>
        </p:nvSpPr>
        <p:spPr>
          <a:xfrm>
            <a:off x="1524000" y="2598072"/>
            <a:ext cx="9144000" cy="44196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500" dirty="0">
                <a:latin typeface="VK Sans Display DemiBold" panose="02000003040000060003" pitchFamily="2" charset="0"/>
              </a:rPr>
              <a:t>Архитектурный проект</a:t>
            </a:r>
          </a:p>
          <a:p>
            <a:endParaRPr lang="ru-RU" dirty="0">
              <a:latin typeface="VK Sans Display DemiBold" panose="02000003040000060003" pitchFamily="2" charset="0"/>
            </a:endParaRPr>
          </a:p>
        </p:txBody>
      </p:sp>
      <p:sp>
        <p:nvSpPr>
          <p:cNvPr id="8" name="Подзаголовок 5">
            <a:extLst>
              <a:ext uri="{FF2B5EF4-FFF2-40B4-BE49-F238E27FC236}">
                <a16:creationId xmlns:a16="http://schemas.microsoft.com/office/drawing/2014/main" id="{3E4B9DF7-5BD7-0406-A1E2-478C83F84E50}"/>
              </a:ext>
            </a:extLst>
          </p:cNvPr>
          <p:cNvSpPr txBox="1">
            <a:spLocks/>
          </p:cNvSpPr>
          <p:nvPr/>
        </p:nvSpPr>
        <p:spPr>
          <a:xfrm>
            <a:off x="10603992" y="6416040"/>
            <a:ext cx="1588008" cy="44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VK Sans Display DemiBold" panose="02000003040000060003" pitchFamily="2" charset="0"/>
              </a:rPr>
              <a:t>322 team</a:t>
            </a:r>
            <a:endParaRPr lang="ru-RU" dirty="0">
              <a:latin typeface="VK Sans Display DemiBold" panose="0200000304000006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7192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05DB4-522B-19D0-53D7-6A40A6A7B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CBACBA96-8D56-2869-5A56-E6E3DD0F52C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427976" cy="10156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>
                <a:latin typeface="VK Sans Display DemiBold" panose="02000003040000060003" pitchFamily="2" charset="0"/>
              </a:rPr>
              <a:t>О проекте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DA8803C-31AD-0325-0F31-F1696C876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1701" y="507841"/>
            <a:ext cx="4868598" cy="5842318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1EF6403-8156-CE87-9C62-B1F838F8B9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5239" y="1636776"/>
            <a:ext cx="3480816" cy="5221224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9791C6E-390B-BB92-A508-A12222F24D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165" y="1636776"/>
            <a:ext cx="3503835" cy="5220000"/>
          </a:xfrm>
          <a:prstGeom prst="rect">
            <a:avLst/>
          </a:prstGeom>
        </p:spPr>
      </p:pic>
      <p:sp>
        <p:nvSpPr>
          <p:cNvPr id="19" name="Подзаголовок 2">
            <a:extLst>
              <a:ext uri="{FF2B5EF4-FFF2-40B4-BE49-F238E27FC236}">
                <a16:creationId xmlns:a16="http://schemas.microsoft.com/office/drawing/2014/main" id="{38DE9335-2481-41F8-1AB9-F64647AE929B}"/>
              </a:ext>
            </a:extLst>
          </p:cNvPr>
          <p:cNvSpPr txBox="1">
            <a:spLocks/>
          </p:cNvSpPr>
          <p:nvPr/>
        </p:nvSpPr>
        <p:spPr>
          <a:xfrm>
            <a:off x="4764024" y="0"/>
            <a:ext cx="7427976" cy="374904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1800">
                <a:latin typeface="VK Sans Display DemiBold" panose="02000003040000060003" pitchFamily="2" charset="0"/>
              </a:rPr>
              <a:t>Хагги-Вагги против Кисси-Мисси:</a:t>
            </a:r>
            <a:br>
              <a:rPr lang="en-US" sz="1800">
                <a:latin typeface="VK Sans Display DemiBold" panose="02000003040000060003" pitchFamily="2" charset="0"/>
              </a:rPr>
            </a:br>
            <a:r>
              <a:rPr lang="ru-RU" sz="1800">
                <a:latin typeface="VK Sans Display DemiBold" panose="02000003040000060003" pitchFamily="2" charset="0"/>
              </a:rPr>
              <a:t> Битва за Поп-Ит</a:t>
            </a:r>
            <a:endParaRPr lang="ru-RU" sz="1800" dirty="0">
              <a:latin typeface="VK Sans Display DemiBold" panose="0200000304000006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9171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5E8C3-7880-3D38-2D73-AA79AAB54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EDD92E2-B5B5-3A03-03C9-61984B0718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64024" y="0"/>
            <a:ext cx="7427976" cy="374904"/>
          </a:xfrm>
        </p:spPr>
        <p:txBody>
          <a:bodyPr>
            <a:normAutofit fontScale="70000" lnSpcReduction="20000"/>
          </a:bodyPr>
          <a:lstStyle/>
          <a:p>
            <a:pPr algn="r"/>
            <a:r>
              <a:rPr lang="ru-RU" sz="1800" dirty="0" err="1">
                <a:latin typeface="VK Sans Display DemiBold" panose="02000003040000060003" pitchFamily="2" charset="0"/>
              </a:rPr>
              <a:t>Хагги-Вагги</a:t>
            </a:r>
            <a:r>
              <a:rPr lang="ru-RU" sz="1800" dirty="0">
                <a:latin typeface="VK Sans Display DemiBold" panose="02000003040000060003" pitchFamily="2" charset="0"/>
              </a:rPr>
              <a:t> против </a:t>
            </a:r>
            <a:r>
              <a:rPr lang="ru-RU" sz="1800" dirty="0" err="1">
                <a:latin typeface="VK Sans Display DemiBold" panose="02000003040000060003" pitchFamily="2" charset="0"/>
              </a:rPr>
              <a:t>Кисси</a:t>
            </a:r>
            <a:r>
              <a:rPr lang="ru-RU" sz="1800" dirty="0">
                <a:latin typeface="VK Sans Display DemiBold" panose="02000003040000060003" pitchFamily="2" charset="0"/>
              </a:rPr>
              <a:t>-Мисси:</a:t>
            </a:r>
            <a:br>
              <a:rPr lang="en-US" sz="1800" dirty="0">
                <a:latin typeface="VK Sans Display DemiBold" panose="02000003040000060003" pitchFamily="2" charset="0"/>
              </a:rPr>
            </a:br>
            <a:r>
              <a:rPr lang="ru-RU" sz="1800" dirty="0">
                <a:latin typeface="VK Sans Display DemiBold" panose="02000003040000060003" pitchFamily="2" charset="0"/>
              </a:rPr>
              <a:t> Битва за Поп-Ит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641CB5B3-273A-D3E4-1890-ADFAC276E35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427976" cy="10156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atin typeface="VK Sans Display DemiBold" panose="02000003040000060003" pitchFamily="2" charset="0"/>
              </a:rPr>
              <a:t>Run Lifecycle Activity Diagram</a:t>
            </a:r>
            <a:endParaRPr lang="ru-RU" dirty="0">
              <a:latin typeface="VK Sans Display DemiBold" panose="02000003040000060003" pitchFamily="2" charset="0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1ED6E9FD-89AF-7526-AA08-43AC68D54F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5239" y="1636776"/>
            <a:ext cx="3480816" cy="5221224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8EA2841F-BF79-1A0F-88EF-49054DE3A9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165" y="1636776"/>
            <a:ext cx="3503835" cy="5220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177764D-AF7A-AD22-A9EA-EFC498E6D2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5494" y="374904"/>
            <a:ext cx="2702754" cy="641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526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03AC5-E52D-BA0E-35D9-6C1233A46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AB7CE00-C5A9-DAE8-2D7C-BDBD1EA9D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64024" y="0"/>
            <a:ext cx="7427976" cy="374904"/>
          </a:xfrm>
        </p:spPr>
        <p:txBody>
          <a:bodyPr>
            <a:normAutofit fontScale="70000" lnSpcReduction="20000"/>
          </a:bodyPr>
          <a:lstStyle/>
          <a:p>
            <a:pPr algn="r"/>
            <a:r>
              <a:rPr lang="ru-RU" sz="1800" dirty="0" err="1">
                <a:latin typeface="VK Sans Display DemiBold" panose="02000003040000060003" pitchFamily="2" charset="0"/>
              </a:rPr>
              <a:t>Хагги-Вагги</a:t>
            </a:r>
            <a:r>
              <a:rPr lang="ru-RU" sz="1800" dirty="0">
                <a:latin typeface="VK Sans Display DemiBold" panose="02000003040000060003" pitchFamily="2" charset="0"/>
              </a:rPr>
              <a:t> против </a:t>
            </a:r>
            <a:r>
              <a:rPr lang="ru-RU" sz="1800" dirty="0" err="1">
                <a:latin typeface="VK Sans Display DemiBold" panose="02000003040000060003" pitchFamily="2" charset="0"/>
              </a:rPr>
              <a:t>Кисси</a:t>
            </a:r>
            <a:r>
              <a:rPr lang="ru-RU" sz="1800" dirty="0">
                <a:latin typeface="VK Sans Display DemiBold" panose="02000003040000060003" pitchFamily="2" charset="0"/>
              </a:rPr>
              <a:t>-Мисси:</a:t>
            </a:r>
            <a:br>
              <a:rPr lang="en-US" sz="1800" dirty="0">
                <a:latin typeface="VK Sans Display DemiBold" panose="02000003040000060003" pitchFamily="2" charset="0"/>
              </a:rPr>
            </a:br>
            <a:r>
              <a:rPr lang="ru-RU" sz="1800" dirty="0">
                <a:latin typeface="VK Sans Display DemiBold" panose="02000003040000060003" pitchFamily="2" charset="0"/>
              </a:rPr>
              <a:t> Битва за Поп-Ит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EC81CC11-0D32-0A71-69FB-E37E3386032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427976" cy="10156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atin typeface="VK Sans Display DemiBold" panose="02000003040000060003" pitchFamily="2" charset="0"/>
              </a:rPr>
              <a:t>All Class Diagram</a:t>
            </a:r>
            <a:endParaRPr lang="ru-RU" dirty="0">
              <a:latin typeface="VK Sans Display DemiBold" panose="02000003040000060003" pitchFamily="2" charset="0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4840DED-9A17-C647-9854-9AC8CA6C6F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5239" y="1636776"/>
            <a:ext cx="3480816" cy="5221224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C5735DE5-273B-8221-73C6-773EE98109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165" y="1636776"/>
            <a:ext cx="3503835" cy="5220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0BCD58E-5D9C-1CA4-D606-996FC5CC7C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5577" y="772037"/>
            <a:ext cx="5583102" cy="572167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523CEC7-9EBC-11DF-2532-4793B99F13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8697" y="567945"/>
            <a:ext cx="808330" cy="44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29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7C45D-19FD-F330-9A20-4F24AE345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6460873-CC7F-1B7F-162B-053AFDD14F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64024" y="0"/>
            <a:ext cx="7427976" cy="374904"/>
          </a:xfrm>
        </p:spPr>
        <p:txBody>
          <a:bodyPr>
            <a:normAutofit fontScale="70000" lnSpcReduction="20000"/>
          </a:bodyPr>
          <a:lstStyle/>
          <a:p>
            <a:pPr algn="r"/>
            <a:r>
              <a:rPr lang="ru-RU" sz="1800" dirty="0" err="1">
                <a:latin typeface="VK Sans Display DemiBold" panose="02000003040000060003" pitchFamily="2" charset="0"/>
              </a:rPr>
              <a:t>Хагги-Вагги</a:t>
            </a:r>
            <a:r>
              <a:rPr lang="ru-RU" sz="1800" dirty="0">
                <a:latin typeface="VK Sans Display DemiBold" panose="02000003040000060003" pitchFamily="2" charset="0"/>
              </a:rPr>
              <a:t> против </a:t>
            </a:r>
            <a:r>
              <a:rPr lang="ru-RU" sz="1800" dirty="0" err="1">
                <a:latin typeface="VK Sans Display DemiBold" panose="02000003040000060003" pitchFamily="2" charset="0"/>
              </a:rPr>
              <a:t>Кисси</a:t>
            </a:r>
            <a:r>
              <a:rPr lang="ru-RU" sz="1800" dirty="0">
                <a:latin typeface="VK Sans Display DemiBold" panose="02000003040000060003" pitchFamily="2" charset="0"/>
              </a:rPr>
              <a:t>-Мисси:</a:t>
            </a:r>
            <a:br>
              <a:rPr lang="en-US" sz="1800" dirty="0">
                <a:latin typeface="VK Sans Display DemiBold" panose="02000003040000060003" pitchFamily="2" charset="0"/>
              </a:rPr>
            </a:br>
            <a:r>
              <a:rPr lang="ru-RU" sz="1800" dirty="0">
                <a:latin typeface="VK Sans Display DemiBold" panose="02000003040000060003" pitchFamily="2" charset="0"/>
              </a:rPr>
              <a:t> Битва за Поп-Ит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EA52EE27-0AD8-280A-1AEC-25CCFED6463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427976" cy="10156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atin typeface="VK Sans Display DemiBold" panose="02000003040000060003" pitchFamily="2" charset="0"/>
              </a:rPr>
              <a:t>High-Level Class Diagram</a:t>
            </a:r>
            <a:endParaRPr lang="ru-RU" dirty="0">
              <a:latin typeface="VK Sans Display DemiBold" panose="02000003040000060003" pitchFamily="2" charset="0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1AC53FFC-69A2-DBFC-A4D9-4275F5D170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5239" y="1636776"/>
            <a:ext cx="3480816" cy="5221224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199674D3-7E1D-6EC9-D9AA-7C3059FF23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165" y="1636776"/>
            <a:ext cx="3503835" cy="5220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874C8D9-C80B-F2D1-7C71-ECD6EDB3DC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9794" y="567843"/>
            <a:ext cx="933580" cy="40963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228B30D-75F7-15D6-F5DA-C42018F274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7954" y="476294"/>
            <a:ext cx="4877260" cy="590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582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12177-E110-1122-9D41-BFD8330BF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EF7E62-FEF6-86E1-5ECE-08426A0CD3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64024" y="0"/>
            <a:ext cx="7427976" cy="374904"/>
          </a:xfrm>
        </p:spPr>
        <p:txBody>
          <a:bodyPr>
            <a:normAutofit fontScale="70000" lnSpcReduction="20000"/>
          </a:bodyPr>
          <a:lstStyle/>
          <a:p>
            <a:pPr algn="r"/>
            <a:r>
              <a:rPr lang="ru-RU" sz="1800" dirty="0" err="1">
                <a:latin typeface="VK Sans Display DemiBold" panose="02000003040000060003" pitchFamily="2" charset="0"/>
              </a:rPr>
              <a:t>Хагги-Вагги</a:t>
            </a:r>
            <a:r>
              <a:rPr lang="ru-RU" sz="1800" dirty="0">
                <a:latin typeface="VK Sans Display DemiBold" panose="02000003040000060003" pitchFamily="2" charset="0"/>
              </a:rPr>
              <a:t> против </a:t>
            </a:r>
            <a:r>
              <a:rPr lang="ru-RU" sz="1800" dirty="0" err="1">
                <a:latin typeface="VK Sans Display DemiBold" panose="02000003040000060003" pitchFamily="2" charset="0"/>
              </a:rPr>
              <a:t>Кисси</a:t>
            </a:r>
            <a:r>
              <a:rPr lang="ru-RU" sz="1800" dirty="0">
                <a:latin typeface="VK Sans Display DemiBold" panose="02000003040000060003" pitchFamily="2" charset="0"/>
              </a:rPr>
              <a:t>-Мисси:</a:t>
            </a:r>
            <a:br>
              <a:rPr lang="en-US" sz="1800" dirty="0">
                <a:latin typeface="VK Sans Display DemiBold" panose="02000003040000060003" pitchFamily="2" charset="0"/>
              </a:rPr>
            </a:br>
            <a:r>
              <a:rPr lang="ru-RU" sz="1800" dirty="0">
                <a:latin typeface="VK Sans Display DemiBold" panose="02000003040000060003" pitchFamily="2" charset="0"/>
              </a:rPr>
              <a:t> Битва за Поп-Ит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78FD97AB-936C-4220-D3A0-506E5B0B504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427976" cy="10156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atin typeface="VK Sans Display DemiBold" panose="02000003040000060003" pitchFamily="2" charset="0"/>
              </a:rPr>
              <a:t>High-Level Sequence Diagram 1</a:t>
            </a:r>
            <a:endParaRPr lang="ru-RU" dirty="0">
              <a:latin typeface="VK Sans Display DemiBold" panose="02000003040000060003" pitchFamily="2" charset="0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18813EE7-5D41-2036-A37F-EB9478E1AC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5239" y="1636776"/>
            <a:ext cx="3480816" cy="522122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B35E52F-8AC3-1409-7CAF-7C0934F0AF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9794" y="567843"/>
            <a:ext cx="933580" cy="40963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AE4977C-6C29-2520-3823-193049F3ED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1043" y="1208621"/>
            <a:ext cx="5711082" cy="4465673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D019024-BFFF-3747-9E8A-27967094FE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165" y="1636776"/>
            <a:ext cx="3503835" cy="52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214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BF646-CF43-330A-E6BA-B0FE24072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2FF31EA-86AC-8A70-78FC-1C3D4AC855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64024" y="0"/>
            <a:ext cx="7427976" cy="374904"/>
          </a:xfrm>
        </p:spPr>
        <p:txBody>
          <a:bodyPr>
            <a:normAutofit fontScale="70000" lnSpcReduction="20000"/>
          </a:bodyPr>
          <a:lstStyle/>
          <a:p>
            <a:pPr algn="r"/>
            <a:r>
              <a:rPr lang="ru-RU" sz="1800" dirty="0" err="1">
                <a:latin typeface="VK Sans Display DemiBold" panose="02000003040000060003" pitchFamily="2" charset="0"/>
              </a:rPr>
              <a:t>Хагги-Вагги</a:t>
            </a:r>
            <a:r>
              <a:rPr lang="ru-RU" sz="1800" dirty="0">
                <a:latin typeface="VK Sans Display DemiBold" panose="02000003040000060003" pitchFamily="2" charset="0"/>
              </a:rPr>
              <a:t> против </a:t>
            </a:r>
            <a:r>
              <a:rPr lang="ru-RU" sz="1800" dirty="0" err="1">
                <a:latin typeface="VK Sans Display DemiBold" panose="02000003040000060003" pitchFamily="2" charset="0"/>
              </a:rPr>
              <a:t>Кисси</a:t>
            </a:r>
            <a:r>
              <a:rPr lang="ru-RU" sz="1800" dirty="0">
                <a:latin typeface="VK Sans Display DemiBold" panose="02000003040000060003" pitchFamily="2" charset="0"/>
              </a:rPr>
              <a:t>-Мисси:</a:t>
            </a:r>
            <a:br>
              <a:rPr lang="en-US" sz="1800" dirty="0">
                <a:latin typeface="VK Sans Display DemiBold" panose="02000003040000060003" pitchFamily="2" charset="0"/>
              </a:rPr>
            </a:br>
            <a:r>
              <a:rPr lang="ru-RU" sz="1800" dirty="0">
                <a:latin typeface="VK Sans Display DemiBold" panose="02000003040000060003" pitchFamily="2" charset="0"/>
              </a:rPr>
              <a:t> Битва за Поп-Ит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6C1A6ADE-C403-E48D-CD16-610852C7D1B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427976" cy="10156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atin typeface="VK Sans Display DemiBold" panose="02000003040000060003" pitchFamily="2" charset="0"/>
              </a:rPr>
              <a:t>High-Level Sequence Diagram 2</a:t>
            </a:r>
            <a:endParaRPr lang="ru-RU" dirty="0">
              <a:latin typeface="VK Sans Display DemiBold" panose="02000003040000060003" pitchFamily="2" charset="0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0804F42-F48F-7F47-1C8B-47115A5A6D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5239" y="1636776"/>
            <a:ext cx="3480816" cy="5221224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272A08E6-51A0-8692-ECC0-2A70C85CF8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165" y="1636776"/>
            <a:ext cx="3503835" cy="5220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0F4B92A-7C82-F413-749E-BEB27665A8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9794" y="567843"/>
            <a:ext cx="933580" cy="40963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695E068-4DF0-0DDB-9D2C-41864A78CC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3180" y="967655"/>
            <a:ext cx="5505640" cy="4922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250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56D01-B683-B231-C228-64BAF8E21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92B1A06-7B24-93CA-555E-A8D139A3DC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64024" y="0"/>
            <a:ext cx="7427976" cy="374904"/>
          </a:xfrm>
        </p:spPr>
        <p:txBody>
          <a:bodyPr>
            <a:normAutofit fontScale="70000" lnSpcReduction="20000"/>
          </a:bodyPr>
          <a:lstStyle/>
          <a:p>
            <a:pPr algn="r"/>
            <a:r>
              <a:rPr lang="ru-RU" sz="1800" dirty="0" err="1">
                <a:latin typeface="VK Sans Display DemiBold" panose="02000003040000060003" pitchFamily="2" charset="0"/>
              </a:rPr>
              <a:t>Хагги-Вагги</a:t>
            </a:r>
            <a:r>
              <a:rPr lang="ru-RU" sz="1800" dirty="0">
                <a:latin typeface="VK Sans Display DemiBold" panose="02000003040000060003" pitchFamily="2" charset="0"/>
              </a:rPr>
              <a:t> против </a:t>
            </a:r>
            <a:r>
              <a:rPr lang="ru-RU" sz="1800" dirty="0" err="1">
                <a:latin typeface="VK Sans Display DemiBold" panose="02000003040000060003" pitchFamily="2" charset="0"/>
              </a:rPr>
              <a:t>Кисси</a:t>
            </a:r>
            <a:r>
              <a:rPr lang="ru-RU" sz="1800" dirty="0">
                <a:latin typeface="VK Sans Display DemiBold" panose="02000003040000060003" pitchFamily="2" charset="0"/>
              </a:rPr>
              <a:t>-Мисси:</a:t>
            </a:r>
            <a:br>
              <a:rPr lang="en-US" sz="1800" dirty="0">
                <a:latin typeface="VK Sans Display DemiBold" panose="02000003040000060003" pitchFamily="2" charset="0"/>
              </a:rPr>
            </a:br>
            <a:r>
              <a:rPr lang="ru-RU" sz="1800" dirty="0">
                <a:latin typeface="VK Sans Display DemiBold" panose="02000003040000060003" pitchFamily="2" charset="0"/>
              </a:rPr>
              <a:t> Битва за Поп-Ит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E838FB01-8072-7398-452C-34D5C0D747D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427976" cy="10156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atin typeface="VK Sans Display DemiBold" panose="02000003040000060003" pitchFamily="2" charset="0"/>
              </a:rPr>
              <a:t>Tavern State Class Diagram</a:t>
            </a:r>
            <a:endParaRPr lang="ru-RU" dirty="0">
              <a:latin typeface="VK Sans Display DemiBold" panose="02000003040000060003" pitchFamily="2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3BEEE14-321E-4B10-F05E-5963F7CBC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9794" y="567843"/>
            <a:ext cx="933580" cy="40963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D29CD9A-8A29-ED02-4A66-3646EFDBB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9230" y="965180"/>
            <a:ext cx="6153540" cy="4927639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24FF6AAF-16B6-8F9B-A75B-4B788875A0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5239" y="1636776"/>
            <a:ext cx="3480816" cy="5221224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481E82F-4249-05F7-80EC-04D86FDB80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165" y="1636776"/>
            <a:ext cx="3503835" cy="52200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D5BDBD3-3C74-8598-A706-323134FE88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4973" y="633014"/>
            <a:ext cx="562053" cy="44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495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31757-4F32-C893-7886-A23637706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8674864-0C36-704D-C9DE-CA6376BEBA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64024" y="0"/>
            <a:ext cx="7427976" cy="374904"/>
          </a:xfrm>
        </p:spPr>
        <p:txBody>
          <a:bodyPr>
            <a:normAutofit fontScale="70000" lnSpcReduction="20000"/>
          </a:bodyPr>
          <a:lstStyle/>
          <a:p>
            <a:pPr algn="r"/>
            <a:r>
              <a:rPr lang="ru-RU" sz="1800" dirty="0" err="1">
                <a:latin typeface="VK Sans Display DemiBold" panose="02000003040000060003" pitchFamily="2" charset="0"/>
              </a:rPr>
              <a:t>Хагги-Вагги</a:t>
            </a:r>
            <a:r>
              <a:rPr lang="ru-RU" sz="1800" dirty="0">
                <a:latin typeface="VK Sans Display DemiBold" panose="02000003040000060003" pitchFamily="2" charset="0"/>
              </a:rPr>
              <a:t> против </a:t>
            </a:r>
            <a:r>
              <a:rPr lang="ru-RU" sz="1800" dirty="0" err="1">
                <a:latin typeface="VK Sans Display DemiBold" panose="02000003040000060003" pitchFamily="2" charset="0"/>
              </a:rPr>
              <a:t>Кисси</a:t>
            </a:r>
            <a:r>
              <a:rPr lang="ru-RU" sz="1800" dirty="0">
                <a:latin typeface="VK Sans Display DemiBold" panose="02000003040000060003" pitchFamily="2" charset="0"/>
              </a:rPr>
              <a:t>-Мисси:</a:t>
            </a:r>
            <a:br>
              <a:rPr lang="en-US" sz="1800" dirty="0">
                <a:latin typeface="VK Sans Display DemiBold" panose="02000003040000060003" pitchFamily="2" charset="0"/>
              </a:rPr>
            </a:br>
            <a:r>
              <a:rPr lang="ru-RU" sz="1800" dirty="0">
                <a:latin typeface="VK Sans Display DemiBold" panose="02000003040000060003" pitchFamily="2" charset="0"/>
              </a:rPr>
              <a:t> Битва за Поп-Ит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F3B2252D-6BC4-63F7-EF83-C9A2DF88449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427976" cy="10156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atin typeface="VK Sans Display DemiBold" panose="02000003040000060003" pitchFamily="2" charset="0"/>
              </a:rPr>
              <a:t>Battle State Class Diagram</a:t>
            </a:r>
            <a:endParaRPr lang="ru-RU" dirty="0">
              <a:latin typeface="VK Sans Display DemiBold" panose="02000003040000060003" pitchFamily="2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42D1B02-CA03-DE62-2EB1-87EDAFDF7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9794" y="567843"/>
            <a:ext cx="933580" cy="40963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55A09DE-7C2B-0C41-07D9-DD1B47566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267" y="1161445"/>
            <a:ext cx="6323465" cy="453511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24E8F54B-2204-DC12-229C-51B0C77B98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5239" y="1636776"/>
            <a:ext cx="3480816" cy="5221224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6CE6258-DC39-F690-FC8C-98FD9AF90F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165" y="1636776"/>
            <a:ext cx="3503835" cy="522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AA6AAFB-8F48-A7B2-7DD3-A313EE57D5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0136" y="977475"/>
            <a:ext cx="716889" cy="44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057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7C771-2051-605D-C6E5-6AE07E04B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9453A03-F95A-7486-E481-7E1FAAB0EC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64024" y="0"/>
            <a:ext cx="7427976" cy="374904"/>
          </a:xfrm>
        </p:spPr>
        <p:txBody>
          <a:bodyPr>
            <a:normAutofit fontScale="70000" lnSpcReduction="20000"/>
          </a:bodyPr>
          <a:lstStyle/>
          <a:p>
            <a:pPr algn="r"/>
            <a:r>
              <a:rPr lang="ru-RU" sz="1800" dirty="0" err="1">
                <a:latin typeface="VK Sans Display DemiBold" panose="02000003040000060003" pitchFamily="2" charset="0"/>
              </a:rPr>
              <a:t>Хагги-Вагги</a:t>
            </a:r>
            <a:r>
              <a:rPr lang="ru-RU" sz="1800" dirty="0">
                <a:latin typeface="VK Sans Display DemiBold" panose="02000003040000060003" pitchFamily="2" charset="0"/>
              </a:rPr>
              <a:t> против </a:t>
            </a:r>
            <a:r>
              <a:rPr lang="ru-RU" sz="1800" dirty="0" err="1">
                <a:latin typeface="VK Sans Display DemiBold" panose="02000003040000060003" pitchFamily="2" charset="0"/>
              </a:rPr>
              <a:t>Кисси</a:t>
            </a:r>
            <a:r>
              <a:rPr lang="ru-RU" sz="1800" dirty="0">
                <a:latin typeface="VK Sans Display DemiBold" panose="02000003040000060003" pitchFamily="2" charset="0"/>
              </a:rPr>
              <a:t>-Мисси:</a:t>
            </a:r>
            <a:br>
              <a:rPr lang="en-US" sz="1800" dirty="0">
                <a:latin typeface="VK Sans Display DemiBold" panose="02000003040000060003" pitchFamily="2" charset="0"/>
              </a:rPr>
            </a:br>
            <a:r>
              <a:rPr lang="ru-RU" sz="1800" dirty="0">
                <a:latin typeface="VK Sans Display DemiBold" panose="02000003040000060003" pitchFamily="2" charset="0"/>
              </a:rPr>
              <a:t> Битва за Поп-Ит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EAD9BCB7-73EA-A85C-866F-99B04D1BACA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427976" cy="10156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atin typeface="VK Sans Display DemiBold" panose="02000003040000060003" pitchFamily="2" charset="0"/>
              </a:rPr>
              <a:t>Battle State Sequence Diagram 1</a:t>
            </a:r>
            <a:endParaRPr lang="ru-RU" dirty="0">
              <a:latin typeface="VK Sans Display DemiBold" panose="02000003040000060003" pitchFamily="2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5B9EF42-9996-C301-503F-20F96F04A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9794" y="567843"/>
            <a:ext cx="933580" cy="40963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06A6D22-2891-E72E-E5E9-53B4A75C1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0136" y="977475"/>
            <a:ext cx="716889" cy="44773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53B2361-6646-02C4-F450-D110C94D10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9043" y="1285920"/>
            <a:ext cx="7599073" cy="428616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1C9AB11-A470-9936-DB0E-42B466EAB2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165" y="1636776"/>
            <a:ext cx="3503835" cy="522000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26A90924-6313-7447-B797-06EFC129F1F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5239" y="1636776"/>
            <a:ext cx="3480816" cy="5221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452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4AD5-F952-A868-D412-AC72E02C2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9574764-2E15-99EA-1E2A-A49FB26315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64024" y="0"/>
            <a:ext cx="7427976" cy="374904"/>
          </a:xfrm>
        </p:spPr>
        <p:txBody>
          <a:bodyPr>
            <a:normAutofit fontScale="70000" lnSpcReduction="20000"/>
          </a:bodyPr>
          <a:lstStyle/>
          <a:p>
            <a:pPr algn="r"/>
            <a:r>
              <a:rPr lang="ru-RU" sz="1800" dirty="0" err="1">
                <a:latin typeface="VK Sans Display DemiBold" panose="02000003040000060003" pitchFamily="2" charset="0"/>
              </a:rPr>
              <a:t>Хагги-Вагги</a:t>
            </a:r>
            <a:r>
              <a:rPr lang="ru-RU" sz="1800" dirty="0">
                <a:latin typeface="VK Sans Display DemiBold" panose="02000003040000060003" pitchFamily="2" charset="0"/>
              </a:rPr>
              <a:t> против </a:t>
            </a:r>
            <a:r>
              <a:rPr lang="ru-RU" sz="1800" dirty="0" err="1">
                <a:latin typeface="VK Sans Display DemiBold" panose="02000003040000060003" pitchFamily="2" charset="0"/>
              </a:rPr>
              <a:t>Кисси</a:t>
            </a:r>
            <a:r>
              <a:rPr lang="ru-RU" sz="1800" dirty="0">
                <a:latin typeface="VK Sans Display DemiBold" panose="02000003040000060003" pitchFamily="2" charset="0"/>
              </a:rPr>
              <a:t>-Мисси:</a:t>
            </a:r>
            <a:br>
              <a:rPr lang="en-US" sz="1800" dirty="0">
                <a:latin typeface="VK Sans Display DemiBold" panose="02000003040000060003" pitchFamily="2" charset="0"/>
              </a:rPr>
            </a:br>
            <a:r>
              <a:rPr lang="ru-RU" sz="1800" dirty="0">
                <a:latin typeface="VK Sans Display DemiBold" panose="02000003040000060003" pitchFamily="2" charset="0"/>
              </a:rPr>
              <a:t> Битва за Поп-Ит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9483AF6F-C9B9-A6B9-72CA-6D7A16119A1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427976" cy="10156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atin typeface="VK Sans Display DemiBold" panose="02000003040000060003" pitchFamily="2" charset="0"/>
              </a:rPr>
              <a:t>Battle State Sequence Diagram 2</a:t>
            </a:r>
            <a:endParaRPr lang="ru-RU" dirty="0">
              <a:latin typeface="VK Sans Display DemiBold" panose="02000003040000060003" pitchFamily="2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B223E75-75F4-7F38-EBF9-D052144D8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9794" y="567843"/>
            <a:ext cx="933580" cy="40963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DC10E52-33F8-0935-F0D2-A4A26A5DC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0136" y="977475"/>
            <a:ext cx="716889" cy="44773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CC0742D-E0ED-A9F7-20C7-123961E98A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9022" y="1525251"/>
            <a:ext cx="6811894" cy="3807497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C07BC761-B3DE-F6ED-CC27-748ACB33BB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5239" y="1636776"/>
            <a:ext cx="3480816" cy="5221224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D914718-05DE-E3BF-5105-46F49F63AB3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165" y="1636776"/>
            <a:ext cx="3503835" cy="52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838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108D6-7312-1E42-68C2-AC034B87B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B437B0C-8E25-F578-5FF5-1DC35B519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64024" y="0"/>
            <a:ext cx="7427976" cy="374904"/>
          </a:xfrm>
        </p:spPr>
        <p:txBody>
          <a:bodyPr>
            <a:normAutofit fontScale="70000" lnSpcReduction="20000"/>
          </a:bodyPr>
          <a:lstStyle/>
          <a:p>
            <a:pPr algn="r"/>
            <a:r>
              <a:rPr lang="ru-RU" sz="1800" dirty="0" err="1">
                <a:latin typeface="VK Sans Display DemiBold" panose="02000003040000060003" pitchFamily="2" charset="0"/>
              </a:rPr>
              <a:t>Хагги-Вагги</a:t>
            </a:r>
            <a:r>
              <a:rPr lang="ru-RU" sz="1800" dirty="0">
                <a:latin typeface="VK Sans Display DemiBold" panose="02000003040000060003" pitchFamily="2" charset="0"/>
              </a:rPr>
              <a:t> против </a:t>
            </a:r>
            <a:r>
              <a:rPr lang="ru-RU" sz="1800" dirty="0" err="1">
                <a:latin typeface="VK Sans Display DemiBold" panose="02000003040000060003" pitchFamily="2" charset="0"/>
              </a:rPr>
              <a:t>Кисси</a:t>
            </a:r>
            <a:r>
              <a:rPr lang="ru-RU" sz="1800" dirty="0">
                <a:latin typeface="VK Sans Display DemiBold" panose="02000003040000060003" pitchFamily="2" charset="0"/>
              </a:rPr>
              <a:t>-Мисси:</a:t>
            </a:r>
            <a:br>
              <a:rPr lang="en-US" sz="1800" dirty="0">
                <a:latin typeface="VK Sans Display DemiBold" panose="02000003040000060003" pitchFamily="2" charset="0"/>
              </a:rPr>
            </a:br>
            <a:r>
              <a:rPr lang="ru-RU" sz="1800" dirty="0">
                <a:latin typeface="VK Sans Display DemiBold" panose="02000003040000060003" pitchFamily="2" charset="0"/>
              </a:rPr>
              <a:t> Битва за Поп-Ит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BD4A60B8-6224-034E-CC09-45EE13BE71E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427976" cy="10156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>
                <a:latin typeface="VK Sans Display DemiBold" panose="02000003040000060003" pitchFamily="2" charset="0"/>
              </a:rPr>
              <a:t>Недостатки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3BAF188-F220-5EAE-8CA6-0E0F23397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9794" y="567843"/>
            <a:ext cx="933580" cy="40963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0CC4B30-B33D-163F-C87E-D75A02BC3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0136" y="977475"/>
            <a:ext cx="716889" cy="447737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C2FC4CC2-1CBD-734D-D347-CD07ADCF6C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5239" y="1636776"/>
            <a:ext cx="3480816" cy="5221224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1FDCFF3E-25C8-102E-A4C4-8D45048941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165" y="1636776"/>
            <a:ext cx="3503835" cy="52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55700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731</TotalTime>
  <Words>150</Words>
  <Application>Microsoft Office PowerPoint</Application>
  <PresentationFormat>Широкоэкранный</PresentationFormat>
  <Paragraphs>26</Paragraphs>
  <Slides>12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VK Sans Display DemiBold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Artem Reus</dc:creator>
  <cp:lastModifiedBy>Artem Reus</cp:lastModifiedBy>
  <cp:revision>2</cp:revision>
  <dcterms:created xsi:type="dcterms:W3CDTF">2026-04-20T03:42:09Z</dcterms:created>
  <dcterms:modified xsi:type="dcterms:W3CDTF">2026-04-20T15:54:01Z</dcterms:modified>
</cp:coreProperties>
</file>